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99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64BFED-231F-B1D9-52D7-6EF50C71EE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B3E1EF-AE6E-3C8E-2E14-3B28151B6F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EB654D-DB63-A238-6AE7-9496B53929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2A1CA-C0C6-402F-9BEB-B5E9EF490E98}" type="datetimeFigureOut">
              <a:rPr lang="en-IL" smtClean="0"/>
              <a:t>22/11/2025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30B3EB-145B-3613-FB10-87DE46635D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183030-0EC0-79A2-FDE1-24FBFE79B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4FE5F0-6F6D-492B-B2FA-A9F346DD79B8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2426550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BFF588-FCE7-582B-7DB4-85A53A42B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9A0064-E8CA-FC5A-49EC-59DE7112A9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9CAFD6-70B3-F7AD-FE59-67CB4261E7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2A1CA-C0C6-402F-9BEB-B5E9EF490E98}" type="datetimeFigureOut">
              <a:rPr lang="en-IL" smtClean="0"/>
              <a:t>22/11/2025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6DB70B-0CBA-3B11-448D-D86003027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80BA24-8A18-A1E1-23BA-9FC8AD56A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4FE5F0-6F6D-492B-B2FA-A9F346DD79B8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1255325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3673A-9082-6620-0DAE-25575A3E49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853164-D895-434E-7EEF-81A899F0EF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30A302-0B08-1FA8-CA90-DF8CE6A708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2A1CA-C0C6-402F-9BEB-B5E9EF490E98}" type="datetimeFigureOut">
              <a:rPr lang="en-IL" smtClean="0"/>
              <a:t>22/11/2025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16900F-00F7-6025-AB7D-1F3372387F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4585E0-5038-ADF3-F33A-EBAFE75FF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4FE5F0-6F6D-492B-B2FA-A9F346DD79B8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3434982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D369B7-C83B-F7A4-173A-6BAAF08947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999A43-6732-7AE3-24C5-A2E4EA09D6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AB7E46-5BDA-474C-5BB2-1C38B17231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E42581-5413-10C8-4FCA-368EE7754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2A1CA-C0C6-402F-9BEB-B5E9EF490E98}" type="datetimeFigureOut">
              <a:rPr lang="en-IL" smtClean="0"/>
              <a:t>22/11/2025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8831AE-F777-D9E1-C46A-3933AB646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768169-B435-E54C-4D40-BB13D07C1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4FE5F0-6F6D-492B-B2FA-A9F346DD79B8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0801309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9514CE-93CE-38AC-C2E2-79634536F7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5A8862-52F2-B8BC-87C2-6078DDE3D7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320CFC-E633-810A-FEBE-974DBCDD72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71CE3C-C14A-5815-C4BC-CAE6D17FF1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2A2FE3B-D39D-31E7-92E0-08289004E6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80B6C4A-954C-C3F1-11F0-A57B41E28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2A1CA-C0C6-402F-9BEB-B5E9EF490E98}" type="datetimeFigureOut">
              <a:rPr lang="en-IL" smtClean="0"/>
              <a:t>22/11/2025</a:t>
            </a:fld>
            <a:endParaRPr lang="en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83957D5-51FF-DED8-D2FA-29B16F05E5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7F3360C-EF5C-973D-3A0B-17A4C61E4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4FE5F0-6F6D-492B-B2FA-A9F346DD79B8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6037137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D93ECB-361A-475E-23E6-1DC71D5BC7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E2CED47-95E2-73BD-EBB1-5D4244D2B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2A1CA-C0C6-402F-9BEB-B5E9EF490E98}" type="datetimeFigureOut">
              <a:rPr lang="en-IL" smtClean="0"/>
              <a:t>22/11/2025</a:t>
            </a:fld>
            <a:endParaRPr lang="en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4DC823-6475-88C4-1A03-53A0D3EA58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1073F2-D839-CA8A-3EA7-6026CC678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4FE5F0-6F6D-492B-B2FA-A9F346DD79B8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7597141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4A602B8-463F-F18A-15FF-AE800EA287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2A1CA-C0C6-402F-9BEB-B5E9EF490E98}" type="datetimeFigureOut">
              <a:rPr lang="en-IL" smtClean="0"/>
              <a:t>22/11/2025</a:t>
            </a:fld>
            <a:endParaRPr lang="en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AE858E-D3E0-C28D-A9A1-031AA6B886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E41FA6-612E-E5E9-6A28-C82E9913C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4FE5F0-6F6D-492B-B2FA-A9F346DD79B8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5541427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71CA04-08FF-6E19-023C-685EBD7D0E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902B2F-A455-9D4A-960B-E682A5BEAF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270834-9268-B634-55BA-2B49F5F153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3527A3-110B-D72F-E372-D591C5600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2A1CA-C0C6-402F-9BEB-B5E9EF490E98}" type="datetimeFigureOut">
              <a:rPr lang="en-IL" smtClean="0"/>
              <a:t>22/11/2025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1557D8-EAEB-B5EB-E90F-51A34C5B97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EA9F1B-5041-64D8-4CF2-C1CA12616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4FE5F0-6F6D-492B-B2FA-A9F346DD79B8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0748946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E2AE8C-2EDE-9CD4-4369-3A9BD89D8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DA3881D-1380-2A25-818C-73C5F6F9A9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4D1846-315F-F707-ADF2-92877D0C91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131455-6908-38EC-C1BC-CBC1E636AC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2A1CA-C0C6-402F-9BEB-B5E9EF490E98}" type="datetimeFigureOut">
              <a:rPr lang="en-IL" smtClean="0"/>
              <a:t>22/11/2025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3002AA-CD17-F1B6-437D-BD712D7648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6E4779-2C54-EB39-BC0F-BD861A16D7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4FE5F0-6F6D-492B-B2FA-A9F346DD79B8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3359507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4FCA6-A4F0-AB50-13CE-929123CFCD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2826E6-27E5-9F58-74D6-D2BA289FCD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01B2F7-CA14-DC88-19F4-1E60E25E3C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2A1CA-C0C6-402F-9BEB-B5E9EF490E98}" type="datetimeFigureOut">
              <a:rPr lang="en-IL" smtClean="0"/>
              <a:t>22/11/2025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A3321-1AE8-D7BE-311A-680818688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2BCF5C-8C74-21C0-B03D-A855AFE24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4FE5F0-6F6D-492B-B2FA-A9F346DD79B8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7500002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888091B-4135-ED22-18D4-79D5B29E62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983B89-E295-A643-AC2F-B10DCC8D1B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CA391E-08B0-D2E8-582C-206C775997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2A1CA-C0C6-402F-9BEB-B5E9EF490E98}" type="datetimeFigureOut">
              <a:rPr lang="en-IL" smtClean="0"/>
              <a:t>22/11/2025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F3E154-6F3B-166E-4BF4-FBF8958F1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077676-D03A-6534-51CD-C23616DA8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4FE5F0-6F6D-492B-B2FA-A9F346DD79B8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7345550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DC4D686-905E-5A5C-2A3A-9097290604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21AC4C-C76B-7A87-56B9-A5108AF28B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B761A5-B3C7-52E4-7BA9-90355A1ACD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52A1CA-C0C6-402F-9BEB-B5E9EF490E98}" type="datetimeFigureOut">
              <a:rPr lang="en-IL" smtClean="0"/>
              <a:t>22/11/2025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E402EC-AB9D-0647-F963-DA4FA1C0E8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68B24E-EA15-E650-B36D-3A2772A67B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4FE5F0-6F6D-492B-B2FA-A9F346DD79B8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3112551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55C1D3-FB28-26CD-2B2A-923B7CD699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7800" y="576072"/>
            <a:ext cx="9144000" cy="910336"/>
          </a:xfrm>
        </p:spPr>
        <p:txBody>
          <a:bodyPr>
            <a:normAutofit fontScale="90000"/>
          </a:bodyPr>
          <a:lstStyle/>
          <a:p>
            <a:r>
              <a:rPr lang="en-US" dirty="0"/>
              <a:t>Project Goal</a:t>
            </a:r>
            <a:endParaRPr lang="en-IL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5F68E50-AE97-CC79-13FA-3BD912C0D87C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838200" y="2278383"/>
            <a:ext cx="10363200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IL" altLang="en-I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Create a synthetic dataset in the education domain for training a model that generates automatic feedback.</a:t>
            </a:r>
            <a:endParaRPr kumimoji="0" lang="en-US" altLang="en-I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IL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IL" altLang="en-I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IL" altLang="en-I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model will use </a:t>
            </a:r>
            <a:r>
              <a:rPr kumimoji="0" lang="en-IL" altLang="en-IL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Conditional Generation</a:t>
            </a:r>
            <a:r>
              <a:rPr kumimoji="0" lang="en-IL" altLang="en-I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produce feedback based on predefined labels.</a:t>
            </a:r>
            <a:endParaRPr kumimoji="0" lang="en-US" altLang="en-I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IL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IL" altLang="en-I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IL" altLang="en-I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Main objective: generate high-quality, consistent teacher–student feedback — </a:t>
            </a:r>
            <a:r>
              <a:rPr kumimoji="0" lang="en-IL" altLang="en-IL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with full control over the tone according to the student’s educational level</a:t>
            </a:r>
            <a:r>
              <a:rPr kumimoji="0" lang="en-IL" altLang="en-I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802457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49F15-8329-120A-E8AE-34C4DDF211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Uniqueness and Contribution</a:t>
            </a:r>
            <a:br>
              <a:rPr lang="en-US" b="1" dirty="0"/>
            </a:b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BF2310-A353-B557-DFB2-639BF9A357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r>
              <a:rPr lang="en-US" dirty="0"/>
              <a:t>Each data item will include labels such as tone, educational level, type of error, length, and style.</a:t>
            </a:r>
          </a:p>
          <a:p>
            <a:r>
              <a:rPr lang="en-US" dirty="0"/>
              <a:t>Full control over feedback attributes enables high accuracy and diverse examples.</a:t>
            </a:r>
          </a:p>
          <a:p>
            <a:r>
              <a:rPr lang="en-US" dirty="0"/>
              <a:t>Example: feedback on a </a:t>
            </a:r>
            <a:r>
              <a:rPr lang="en-US" i="1" dirty="0"/>
              <a:t>“minor conceptual error”</a:t>
            </a:r>
            <a:r>
              <a:rPr lang="en-US" dirty="0"/>
              <a:t> in an </a:t>
            </a:r>
            <a:r>
              <a:rPr lang="en-US" i="1" dirty="0"/>
              <a:t>encouraging tone</a:t>
            </a:r>
            <a:r>
              <a:rPr lang="en-US" dirty="0"/>
              <a:t> and </a:t>
            </a:r>
            <a:r>
              <a:rPr lang="en-US" i="1" dirty="0"/>
              <a:t>short length</a:t>
            </a:r>
            <a:r>
              <a:rPr lang="en-US" dirty="0"/>
              <a:t>, tailored for elementary / middle school / high school levels.</a:t>
            </a:r>
          </a:p>
          <a:p>
            <a:r>
              <a:rPr lang="en-US" dirty="0"/>
              <a:t>The system will enable creating a high-quality, consistent dataset adapted to various educational needs.</a:t>
            </a:r>
          </a:p>
          <a:p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1134022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141</Words>
  <Application>Microsoft Office PowerPoint</Application>
  <PresentationFormat>Widescreen</PresentationFormat>
  <Paragraphs>13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Project Goal</vt:lpstr>
      <vt:lpstr>Uniqueness and Contribution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גיא יוגב</dc:creator>
  <cp:lastModifiedBy>גיא יוגב</cp:lastModifiedBy>
  <cp:revision>1</cp:revision>
  <dcterms:created xsi:type="dcterms:W3CDTF">2025-11-22T20:52:25Z</dcterms:created>
  <dcterms:modified xsi:type="dcterms:W3CDTF">2025-11-22T20:57:46Z</dcterms:modified>
</cp:coreProperties>
</file>